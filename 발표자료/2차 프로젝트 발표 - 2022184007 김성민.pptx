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45584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593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10322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32510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1924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935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87315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2198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86117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84477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50968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0551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24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프로젝트 </a:t>
            </a:r>
            <a:r>
              <a:rPr lang="en-US" altLang="ko-KR"/>
              <a:t>2</a:t>
            </a:r>
            <a:r>
              <a:rPr lang="ko-KR" altLang="en-US"/>
              <a:t>차 발표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2022184007</a:t>
            </a:r>
            <a:r>
              <a:rPr lang="ko-KR" altLang="en-US"/>
              <a:t> 김성민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현재 진행 상황</a:t>
            </a:r>
            <a:endParaRPr lang="ko-KR" altLang="en-US"/>
          </a:p>
        </p:txBody>
      </p:sp>
      <p:graphicFrame>
        <p:nvGraphicFramePr>
          <p:cNvPr id="3" name="표 2"/>
          <p:cNvGraphicFramePr/>
          <p:nvPr/>
        </p:nvGraphicFramePr>
        <p:xfrm>
          <a:off x="2451401" y="1417638"/>
          <a:ext cx="7289197" cy="538162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74431"/>
                <a:gridCol w="5114766"/>
              </a:tblGrid>
              <a:tr h="36468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</a:rPr>
                        <a:t>날짜</a:t>
                      </a:r>
                      <a:endParaRPr lang="ko-KR" altLang="en-US" sz="20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</a:rPr>
                        <a:t>개발 일정</a:t>
                      </a:r>
                      <a:endParaRPr lang="ko-KR" altLang="en-US" sz="20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31208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게임 콘셉트 확정 및 개발 문서 작성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100%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53124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2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게임 개발에 필요한 리소스 초안 제작 및 화면 레이아웃 구성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90%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75916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3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캐릭터 이동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공격 애니메이션 구현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100%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타격 판정 테스트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100%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피격 시 체력 감소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75916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4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컴퓨터 플레이어 행동 구현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100%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타이머 기능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승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패 조건 설정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75916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5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체력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공격력 수치 최적화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맵 전환 기능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2P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플레이 테스트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100%</a:t>
                      </a:r>
                      <a:endParaRPr lang="en-US" altLang="ko-KR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31208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6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BGM, 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효과음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53124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7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게임 종료 시 화면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메뉴 화면 구현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31208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8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버그 수정 및 최적화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  <a:tr h="31208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600">
                          <a:solidFill>
                            <a:schemeClr val="lt1"/>
                          </a:solidFill>
                        </a:rPr>
                        <a:t>9</a:t>
                      </a: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주차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</a:rPr>
                        <a:t>최종 완성 및 발표 자료 준비</a:t>
                      </a:r>
                      <a:endParaRPr lang="ko-KR" altLang="en-US" sz="1600">
                        <a:solidFill>
                          <a:schemeClr val="lt1"/>
                        </a:solidFill>
                      </a:endParaRPr>
                    </a:p>
                  </a:txBody>
                  <a:tcPr marL="91440" marR="9144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en-US" altLang="ko-KR"/>
              <a:t>Github commit </a:t>
            </a:r>
            <a:r>
              <a:rPr lang="ko-KR" altLang="en-US"/>
              <a:t>통계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97545" y="1387197"/>
            <a:ext cx="6996908" cy="408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399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검정테마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</ep:Words>
  <ep:PresentationFormat>화면 슬라이드 쇼(4:3)</ep:PresentationFormat>
  <ep:Paragraphs>4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검정테마</vt:lpstr>
      <vt:lpstr>프로젝트 2차 발표</vt:lpstr>
      <vt:lpstr>현재 진행 상황</vt:lpstr>
      <vt:lpstr>Github commit 통계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2025-11-11T15:44:41.535</dcterms:created>
  <dc:creator>S</dc:creator>
  <cp:lastModifiedBy>S</cp:lastModifiedBy>
  <dcterms:modified xsi:type="dcterms:W3CDTF">2025-11-11T17:51:50.510</dcterms:modified>
  <cp:revision>4</cp:revision>
  <dc:title>프로젝트 2차 발표</dc:title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